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9.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19.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18.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7"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9.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2189880" y="2574000"/>
            <a:ext cx="4493520" cy="1495800"/>
          </a:xfrm>
          <a:prstGeom prst="rect">
            <a:avLst/>
          </a:prstGeom>
          <a:noFill/>
          <a:ln w="0">
            <a:noFill/>
          </a:ln>
          <a:effectLst>
            <a:outerShdw dist="19080" dir="5400000" blurRad="57240" rotWithShape="0">
              <a:srgbClr val="000000">
                <a:alpha val="50000"/>
              </a:srgbClr>
            </a:outerShdw>
          </a:effectLst>
        </p:spPr>
        <p:txBody>
          <a:bodyPr lIns="91440" rIns="91440" tIns="91440" bIns="91440" anchor="b">
            <a:noAutofit/>
          </a:bodyPr>
          <a:p>
            <a:pPr indent="0">
              <a:buNone/>
            </a:pPr>
            <a:r>
              <a:rPr b="0" lang="fr-FR" sz="4200" strike="noStrike" u="none">
                <a:solidFill>
                  <a:schemeClr val="dk1"/>
                </a:solidFill>
                <a:effectLst/>
                <a:uFillTx/>
                <a:latin typeface="Arial"/>
              </a:rPr>
              <a:t>Click to edit the title text format</a:t>
            </a:r>
            <a:endParaRPr b="0" lang="fr-FR" sz="4200" strike="noStrike" u="none">
              <a:solidFill>
                <a:schemeClr val="dk1"/>
              </a:solidFill>
              <a:effectLst/>
              <a:uFillTx/>
              <a:latin typeface="Arial"/>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284120" y="1555560"/>
            <a:ext cx="6575760" cy="1359720"/>
          </a:xfrm>
          <a:prstGeom prst="rect">
            <a:avLst/>
          </a:prstGeom>
          <a:noFill/>
          <a:ln w="0">
            <a:noFill/>
          </a:ln>
        </p:spPr>
        <p:txBody>
          <a:bodyPr lIns="91440" rIns="91440" tIns="91440" bIns="91440" anchor="b">
            <a:noAutofit/>
          </a:bodyPr>
          <a:p>
            <a:pPr indent="0" algn="ctr">
              <a:lnSpc>
                <a:spcPct val="100000"/>
              </a:lnSpc>
              <a:buNone/>
            </a:pPr>
            <a:r>
              <a:rPr b="1" lang="fr-FR" sz="6000" strike="noStrike" u="none">
                <a:solidFill>
                  <a:schemeClr val="accent1"/>
                </a:solidFill>
                <a:effectLst/>
                <a:uFillTx/>
                <a:latin typeface="Manrope"/>
                <a:ea typeface="Manrope"/>
              </a:rPr>
              <a:t>xx%</a:t>
            </a:r>
            <a:endParaRPr b="0" lang="fr-FR" sz="60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sp>
        <p:nvSpPr>
          <p:cNvPr id="3" name="Google Shape;47;p13"/>
          <p:cNvSpPr/>
          <p:nvPr/>
        </p:nvSpPr>
        <p:spPr>
          <a:xfrm>
            <a:off x="228600" y="136080"/>
            <a:ext cx="3499920" cy="4871520"/>
          </a:xfrm>
          <a:prstGeom prst="roundRect">
            <a:avLst>
              <a:gd name="adj" fmla="val 8403"/>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 name="Google Shape;48;p13"/>
          <p:cNvSpPr/>
          <p:nvPr/>
        </p:nvSpPr>
        <p:spPr>
          <a:xfrm>
            <a:off x="383400" y="379080"/>
            <a:ext cx="3191760" cy="271440"/>
          </a:xfrm>
          <a:prstGeom prst="roundRect">
            <a:avLst>
              <a:gd name="adj" fmla="val 50000"/>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 name="PlaceHolder 1"/>
          <p:cNvSpPr>
            <a:spLocks noGrp="1"/>
          </p:cNvSpPr>
          <p:nvPr>
            <p:ph type="title"/>
          </p:nvPr>
        </p:nvSpPr>
        <p:spPr>
          <a:xfrm>
            <a:off x="3979440" y="228600"/>
            <a:ext cx="444420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6" name="PlaceHolder 2"/>
          <p:cNvSpPr>
            <a:spLocks noGrp="1"/>
          </p:cNvSpPr>
          <p:nvPr>
            <p:ph type="title"/>
          </p:nvPr>
        </p:nvSpPr>
        <p:spPr>
          <a:xfrm>
            <a:off x="228600" y="92088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7" name="PlaceHolder 3"/>
          <p:cNvSpPr>
            <a:spLocks noGrp="1"/>
          </p:cNvSpPr>
          <p:nvPr>
            <p:ph type="title"/>
          </p:nvPr>
        </p:nvSpPr>
        <p:spPr>
          <a:xfrm>
            <a:off x="228600" y="142776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8" name="PlaceHolder 4"/>
          <p:cNvSpPr>
            <a:spLocks noGrp="1"/>
          </p:cNvSpPr>
          <p:nvPr>
            <p:ph type="title"/>
          </p:nvPr>
        </p:nvSpPr>
        <p:spPr>
          <a:xfrm>
            <a:off x="228600" y="193464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9" name="PlaceHolder 5"/>
          <p:cNvSpPr>
            <a:spLocks noGrp="1"/>
          </p:cNvSpPr>
          <p:nvPr>
            <p:ph type="title"/>
          </p:nvPr>
        </p:nvSpPr>
        <p:spPr>
          <a:xfrm>
            <a:off x="228600" y="244152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0" name="PlaceHolder 6"/>
          <p:cNvSpPr>
            <a:spLocks noGrp="1"/>
          </p:cNvSpPr>
          <p:nvPr>
            <p:ph type="title"/>
          </p:nvPr>
        </p:nvSpPr>
        <p:spPr>
          <a:xfrm>
            <a:off x="228600" y="294840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1" name="PlaceHolder 7"/>
          <p:cNvSpPr>
            <a:spLocks noGrp="1"/>
          </p:cNvSpPr>
          <p:nvPr>
            <p:ph type="title"/>
          </p:nvPr>
        </p:nvSpPr>
        <p:spPr>
          <a:xfrm>
            <a:off x="228600" y="345528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2" name="PlaceHolder 8"/>
          <p:cNvSpPr>
            <a:spLocks noGrp="1"/>
          </p:cNvSpPr>
          <p:nvPr>
            <p:ph type="title"/>
          </p:nvPr>
        </p:nvSpPr>
        <p:spPr>
          <a:xfrm>
            <a:off x="228600" y="396216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3" name="PlaceHolder 9"/>
          <p:cNvSpPr>
            <a:spLocks noGrp="1"/>
          </p:cNvSpPr>
          <p:nvPr>
            <p:ph type="title"/>
          </p:nvPr>
        </p:nvSpPr>
        <p:spPr>
          <a:xfrm>
            <a:off x="228600" y="446904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4" name="Google Shape;74;p13"/>
          <p:cNvSpPr/>
          <p:nvPr/>
        </p:nvSpPr>
        <p:spPr>
          <a:xfrm>
            <a:off x="3805200" y="136080"/>
            <a:ext cx="5202360" cy="48715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sp>
        <p:nvSpPr>
          <p:cNvPr id="15" name="Google Shape;76;p14"/>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 name="PlaceHolder 1"/>
          <p:cNvSpPr>
            <a:spLocks noGrp="1"/>
          </p:cNvSpPr>
          <p:nvPr>
            <p:ph type="title"/>
          </p:nvPr>
        </p:nvSpPr>
        <p:spPr>
          <a:xfrm>
            <a:off x="720000" y="45612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1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_1">
    <p:bg>
      <p:bgPr>
        <a:solidFill>
          <a:schemeClr val="lt1"/>
        </a:solidFill>
      </p:bgPr>
    </p:bg>
    <p:spTree>
      <p:nvGrpSpPr>
        <p:cNvPr id="1" name=""/>
        <p:cNvGrpSpPr/>
        <p:nvPr/>
      </p:nvGrpSpPr>
      <p:grpSpPr>
        <a:xfrm>
          <a:off x="0" y="0"/>
          <a:ext cx="0" cy="0"/>
          <a:chOff x="0" y="0"/>
          <a:chExt cx="0" cy="0"/>
        </a:xfrm>
      </p:grpSpPr>
      <p:sp>
        <p:nvSpPr>
          <p:cNvPr id="18" name="Google Shape;80;p15"/>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bg>
      <p:bgPr>
        <a:solidFill>
          <a:schemeClr val="lt1"/>
        </a:solidFill>
      </p:bgPr>
    </p:bg>
    <p:spTree>
      <p:nvGrpSpPr>
        <p:cNvPr id="1" name=""/>
        <p:cNvGrpSpPr/>
        <p:nvPr/>
      </p:nvGrpSpPr>
      <p:grpSpPr>
        <a:xfrm>
          <a:off x="0" y="0"/>
          <a:ext cx="0" cy="0"/>
          <a:chOff x="0" y="0"/>
          <a:chExt cx="0" cy="0"/>
        </a:xfrm>
      </p:grpSpPr>
      <p:sp>
        <p:nvSpPr>
          <p:cNvPr id="20" name="Google Shape;89;p16"/>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2347920" y="830160"/>
            <a:ext cx="4447800" cy="823320"/>
          </a:xfrm>
          <a:prstGeom prst="rect">
            <a:avLst/>
          </a:prstGeom>
          <a:noFill/>
          <a:ln w="0">
            <a:noFill/>
          </a:ln>
        </p:spPr>
        <p:txBody>
          <a:bodyPr lIns="91440" rIns="91440" tIns="91440" bIns="91440" anchor="b">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
        <p:nvSpPr>
          <p:cNvPr id="23" name="Google Shape;106;p17"/>
          <p:cNvSpPr/>
          <p:nvPr/>
        </p:nvSpPr>
        <p:spPr>
          <a:xfrm>
            <a:off x="435600" y="3666960"/>
            <a:ext cx="8272440" cy="1044360"/>
          </a:xfrm>
          <a:prstGeom prst="roundRect">
            <a:avLst>
              <a:gd name="adj" fmla="val 17679"/>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 name="Google Shape;107;p17"/>
          <p:cNvSpPr/>
          <p:nvPr/>
        </p:nvSpPr>
        <p:spPr>
          <a:xfrm>
            <a:off x="2099160" y="3710160"/>
            <a:ext cx="4945320" cy="555840"/>
          </a:xfrm>
          <a:prstGeom prst="rect">
            <a:avLst/>
          </a:prstGeom>
          <a:noFill/>
          <a:ln w="0">
            <a:noFill/>
          </a:ln>
        </p:spPr>
        <p:style>
          <a:lnRef idx="0"/>
          <a:fillRef idx="0"/>
          <a:effectRef idx="0"/>
          <a:fontRef idx="minor"/>
        </p:style>
        <p:txBody>
          <a:bodyPr tIns="91440" bIns="91440" anchor="t">
            <a:noAutofit/>
          </a:bodyPr>
          <a:p>
            <a:pPr algn="ctr" defTabSz="914400">
              <a:lnSpc>
                <a:spcPct val="115000"/>
              </a:lnSpc>
              <a:tabLst>
                <a:tab algn="l" pos="0"/>
              </a:tabLst>
            </a:pPr>
            <a:r>
              <a:rPr b="0" lang="en" sz="1200" strike="noStrike" u="none">
                <a:solidFill>
                  <a:schemeClr val="dk1"/>
                </a:solidFill>
                <a:effectLst/>
                <a:uFillTx/>
                <a:latin typeface="Funnel Sans"/>
                <a:ea typeface="Funnel Sans"/>
              </a:rPr>
              <a:t>CREDITS: This presentation template was created by </a:t>
            </a:r>
            <a:r>
              <a:rPr b="1" lang="en" sz="1200" strike="noStrike" u="sng">
                <a:solidFill>
                  <a:schemeClr val="hlink"/>
                </a:solidFill>
                <a:effectLst/>
                <a:uFillTx/>
                <a:latin typeface="Funnel Sans"/>
                <a:ea typeface="Funnel Sans"/>
                <a:hlinkClick r:id="rId2"/>
              </a:rPr>
              <a:t>Slidesgo</a:t>
            </a:r>
            <a:r>
              <a:rPr b="1" lang="en" sz="1200" strike="noStrike" u="none">
                <a:solidFill>
                  <a:schemeClr val="dk1"/>
                </a:solidFill>
                <a:effectLst/>
                <a:uFillTx/>
                <a:latin typeface="Funnel Sans"/>
                <a:ea typeface="Funnel Sans"/>
              </a:rPr>
              <a:t>,</a:t>
            </a:r>
            <a:r>
              <a:rPr b="0" lang="en" sz="1200" strike="noStrike" u="none">
                <a:solidFill>
                  <a:schemeClr val="dk1"/>
                </a:solidFill>
                <a:effectLst/>
                <a:uFillTx/>
                <a:latin typeface="Funnel Sans"/>
                <a:ea typeface="Funnel Sans"/>
              </a:rPr>
              <a:t> and includes icons, infographics &amp; images by </a:t>
            </a:r>
            <a:r>
              <a:rPr b="1" lang="en" sz="1200" strike="noStrike" u="sng">
                <a:solidFill>
                  <a:schemeClr val="dk1"/>
                </a:solidFill>
                <a:effectLst/>
                <a:uFillTx/>
                <a:latin typeface="Funnel Sans"/>
                <a:ea typeface="Funnel Sans"/>
                <a:hlinkClick r:id="rId3"/>
              </a:rPr>
              <a:t>Freepik</a:t>
            </a:r>
            <a:r>
              <a:rPr b="1" lang="en" sz="1200" strike="noStrike" u="sng">
                <a:solidFill>
                  <a:schemeClr val="dk1"/>
                </a:solidFill>
                <a:effectLst/>
                <a:uFillTx/>
                <a:latin typeface="Funnel Sans"/>
                <a:ea typeface="Funnel Sans"/>
              </a:rPr>
              <a:t> </a:t>
            </a:r>
            <a:endParaRPr b="0" lang="en-US" sz="1200" strike="noStrike" u="none">
              <a:solidFill>
                <a:srgbClr val="ffffff"/>
              </a:solidFill>
              <a:effectLst/>
              <a:uFillTx/>
              <a:latin typeface="OpenSymbol"/>
            </a:endParaRPr>
          </a:p>
        </p:txBody>
      </p:sp>
      <p:sp>
        <p:nvSpPr>
          <p:cNvPr id="25" name="Google Shape;108;p17"/>
          <p:cNvSpPr/>
          <p:nvPr/>
        </p:nvSpPr>
        <p:spPr>
          <a:xfrm>
            <a:off x="435600" y="557640"/>
            <a:ext cx="8272440" cy="2968920"/>
          </a:xfrm>
          <a:prstGeom prst="roundRect">
            <a:avLst>
              <a:gd name="adj" fmla="val 7654"/>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sp>
        <p:nvSpPr>
          <p:cNvPr id="26" name="Google Shape;110;p18"/>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sp>
        <p:nvSpPr>
          <p:cNvPr id="27" name="Google Shape;112;p19"/>
          <p:cNvSpPr/>
          <p:nvPr/>
        </p:nvSpPr>
        <p:spPr>
          <a:xfrm rot="5400000">
            <a:off x="4471200" y="532800"/>
            <a:ext cx="201600" cy="862812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69080" y="1719360"/>
            <a:ext cx="6339960" cy="2123280"/>
          </a:xfrm>
          <a:prstGeom prst="rect">
            <a:avLst/>
          </a:prstGeom>
          <a:noFill/>
          <a:ln w="0">
            <a:noFill/>
          </a:ln>
        </p:spPr>
        <p:txBody>
          <a:bodyPr lIns="91440" rIns="91440" tIns="91440" bIns="91440" anchor="b">
            <a:noAutofit/>
          </a:bodyPr>
          <a:p>
            <a:pPr indent="0">
              <a:buNone/>
            </a:pPr>
            <a:r>
              <a:rPr b="0" lang="fr-FR" sz="4200" strike="noStrike" u="none">
                <a:solidFill>
                  <a:schemeClr val="dk1"/>
                </a:solidFill>
                <a:effectLst/>
                <a:uFillTx/>
                <a:latin typeface="Arial"/>
              </a:rPr>
              <a:t>Click to edit the title text format</a:t>
            </a:r>
            <a:endParaRPr b="0" lang="fr-FR" sz="4200" strike="noStrike" u="none">
              <a:solidFill>
                <a:schemeClr val="dk1"/>
              </a:solidFill>
              <a:effectLst/>
              <a:uFillTx/>
              <a:latin typeface="Arial"/>
            </a:endParaRPr>
          </a:p>
        </p:txBody>
      </p:sp>
      <p:sp>
        <p:nvSpPr>
          <p:cNvPr id="29" name="PlaceHolder 2"/>
          <p:cNvSpPr>
            <a:spLocks noGrp="1"/>
          </p:cNvSpPr>
          <p:nvPr>
            <p:ph type="title"/>
          </p:nvPr>
        </p:nvSpPr>
        <p:spPr>
          <a:xfrm>
            <a:off x="469080" y="487080"/>
            <a:ext cx="1182240" cy="841320"/>
          </a:xfrm>
          <a:prstGeom prst="rect">
            <a:avLst/>
          </a:prstGeom>
          <a:noFill/>
          <a:ln w="0">
            <a:noFill/>
          </a:ln>
        </p:spPr>
        <p:txBody>
          <a:bodyPr lIns="91440" rIns="91440" tIns="91440" bIns="91440" anchor="b">
            <a:noAutofit/>
          </a:bodyPr>
          <a:p>
            <a:pPr indent="0">
              <a:lnSpc>
                <a:spcPct val="100000"/>
              </a:lnSpc>
              <a:buNone/>
            </a:pPr>
            <a:r>
              <a:rPr b="1" lang="fr-FR" sz="6000" strike="noStrike" u="none">
                <a:solidFill>
                  <a:schemeClr val="accent2"/>
                </a:solidFill>
                <a:effectLst/>
                <a:uFillTx/>
                <a:latin typeface="Manrope"/>
                <a:ea typeface="Manrope"/>
              </a:rPr>
              <a:t>xx%</a:t>
            </a:r>
            <a:endParaRPr b="0" lang="fr-FR" sz="6000" strike="noStrike" u="none">
              <a:solidFill>
                <a:schemeClr val="dk1"/>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720000" y="22860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31" name="PlaceHolder 2"/>
          <p:cNvSpPr>
            <a:spLocks noGrp="1"/>
          </p:cNvSpPr>
          <p:nvPr>
            <p:ph type="body"/>
          </p:nvPr>
        </p:nvSpPr>
        <p:spPr>
          <a:xfrm>
            <a:off x="720000" y="999360"/>
            <a:ext cx="7703640" cy="341604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32" name="Google Shape;19;p5"/>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34" name="Google Shape;25;p5"/>
          <p:cNvSpPr/>
          <p:nvPr/>
        </p:nvSpPr>
        <p:spPr>
          <a:xfrm rot="5400000">
            <a:off x="4492080" y="429840"/>
            <a:ext cx="222480" cy="896940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36" name="Google Shape;28;p6"/>
          <p:cNvSpPr/>
          <p:nvPr/>
        </p:nvSpPr>
        <p:spPr>
          <a:xfrm>
            <a:off x="136080" y="132480"/>
            <a:ext cx="8871840" cy="49525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37" name="Google Shape;30;p7"/>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8"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1133280" y="1896480"/>
            <a:ext cx="6876720" cy="120492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228600" y="601920"/>
            <a:ext cx="4728240" cy="1402920"/>
          </a:xfrm>
          <a:prstGeom prst="rect">
            <a:avLst/>
          </a:prstGeom>
          <a:noFill/>
          <a:ln w="0">
            <a:noFill/>
          </a:ln>
        </p:spPr>
        <p:txBody>
          <a:bodyPr lIns="91440" rIns="91440" tIns="91440" bIns="91440" anchor="b">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41" name="PlaceHolder 2"/>
          <p:cNvSpPr>
            <a:spLocks noGrp="1"/>
          </p:cNvSpPr>
          <p:nvPr>
            <p:ph type="body"/>
          </p:nvPr>
        </p:nvSpPr>
        <p:spPr>
          <a:xfrm>
            <a:off x="5659200" y="0"/>
            <a:ext cx="34844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42"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43" name="PlaceHolder 2"/>
          <p:cNvSpPr>
            <a:spLocks noGrp="1"/>
          </p:cNvSpPr>
          <p:nvPr>
            <p:ph type="title"/>
          </p:nvPr>
        </p:nvSpPr>
        <p:spPr>
          <a:xfrm>
            <a:off x="1390320" y="3955680"/>
            <a:ext cx="6363360" cy="572400"/>
          </a:xfrm>
          <a:prstGeom prst="rect">
            <a:avLst/>
          </a:prstGeom>
          <a:solidFill>
            <a:schemeClr val="lt1"/>
          </a:solidFill>
          <a:ln w="0">
            <a:noFill/>
          </a:ln>
        </p:spPr>
        <p:txBody>
          <a:bodyPr lIns="91440" rIns="91440" tIns="91440" bIns="91440" anchor="ctr">
            <a:noAutofit/>
          </a:bodyPr>
          <a:p>
            <a:pPr indent="0">
              <a:buNone/>
            </a:pPr>
            <a:r>
              <a:rPr b="0" lang="fr-FR" sz="2000" strike="noStrike" u="none">
                <a:solidFill>
                  <a:schemeClr val="dk1"/>
                </a:solidFill>
                <a:effectLst/>
                <a:uFillTx/>
                <a:latin typeface="Arial"/>
              </a:rPr>
              <a:t>Click to edit the title text format</a:t>
            </a:r>
            <a:endParaRPr b="0" lang="fr-FR" sz="20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44" name="Google Shape;118;p22"/>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5"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46" name="Google Shape;121;p23"/>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7"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48"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8" r:id="rId2"/>
    <p:sldLayoutId id="2147483669" r:id="rId3"/>
    <p:sldLayoutId id="2147483670"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7.xml"/>
</Relationships>
</file>

<file path=ppt/slides/_rels/slide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 name="Google Shape;128;p24" descr=""/>
          <p:cNvPicPr/>
          <p:nvPr/>
        </p:nvPicPr>
        <p:blipFill>
          <a:blip r:embed="rId1"/>
          <a:srcRect l="0" t="13906" r="6550" b="7347"/>
          <a:stretch/>
        </p:blipFill>
        <p:spPr>
          <a:xfrm>
            <a:off x="0" y="0"/>
            <a:ext cx="9143640" cy="5143320"/>
          </a:xfrm>
          <a:prstGeom prst="rect">
            <a:avLst/>
          </a:prstGeom>
          <a:noFill/>
          <a:ln w="0">
            <a:noFill/>
          </a:ln>
        </p:spPr>
      </p:pic>
      <p:grpSp>
        <p:nvGrpSpPr>
          <p:cNvPr id="50" name="Google Shape;129;p24"/>
          <p:cNvGrpSpPr/>
          <p:nvPr/>
        </p:nvGrpSpPr>
        <p:grpSpPr>
          <a:xfrm>
            <a:off x="228600" y="228600"/>
            <a:ext cx="8672400" cy="4656960"/>
            <a:chOff x="228600" y="228600"/>
            <a:chExt cx="8672400" cy="4656960"/>
          </a:xfrm>
        </p:grpSpPr>
        <p:sp>
          <p:nvSpPr>
            <p:cNvPr id="51" name="Google Shape;130;p24"/>
            <p:cNvSpPr/>
            <p:nvPr/>
          </p:nvSpPr>
          <p:spPr>
            <a:xfrm>
              <a:off x="2050200" y="257760"/>
              <a:ext cx="6850800" cy="3777120"/>
            </a:xfrm>
            <a:prstGeom prst="roundRect">
              <a:avLst>
                <a:gd name="adj" fmla="val 7195"/>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2" name="Google Shape;131;p24"/>
            <p:cNvSpPr/>
            <p:nvPr/>
          </p:nvSpPr>
          <p:spPr>
            <a:xfrm>
              <a:off x="2050200" y="4174560"/>
              <a:ext cx="6850800" cy="710640"/>
            </a:xfrm>
            <a:prstGeom prst="roundRect">
              <a:avLst>
                <a:gd name="adj" fmla="val 24504"/>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nvGrpSpPr>
            <p:cNvPr id="53" name="Google Shape;132;p24"/>
            <p:cNvGrpSpPr/>
            <p:nvPr/>
          </p:nvGrpSpPr>
          <p:grpSpPr>
            <a:xfrm>
              <a:off x="228600" y="228600"/>
              <a:ext cx="1673640" cy="4656960"/>
              <a:chOff x="228600" y="228600"/>
              <a:chExt cx="1673640" cy="4656960"/>
            </a:xfrm>
          </p:grpSpPr>
          <p:sp>
            <p:nvSpPr>
              <p:cNvPr id="54" name="Google Shape;133;p24"/>
              <p:cNvSpPr/>
              <p:nvPr/>
            </p:nvSpPr>
            <p:spPr>
              <a:xfrm>
                <a:off x="228600" y="228600"/>
                <a:ext cx="1673640" cy="4656960"/>
              </a:xfrm>
              <a:prstGeom prst="roundRect">
                <a:avLst>
                  <a:gd name="adj" fmla="val 13823"/>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5" name="Google Shape;134;p24"/>
              <p:cNvSpPr/>
              <p:nvPr/>
            </p:nvSpPr>
            <p:spPr>
              <a:xfrm>
                <a:off x="313560" y="334440"/>
                <a:ext cx="1498320" cy="236520"/>
              </a:xfrm>
              <a:prstGeom prst="roundRect">
                <a:avLst>
                  <a:gd name="adj" fmla="val 50000"/>
                </a:avLst>
              </a:prstGeom>
              <a:solidFill>
                <a:schemeClr val="lt2"/>
              </a:solidFill>
              <a:ln w="9525">
                <a:solidFill>
                  <a:srgbClr val="00ffa4"/>
                </a:solidFill>
                <a:round/>
              </a:ln>
            </p:spPr>
            <p:style>
              <a:lnRef idx="0"/>
              <a:fillRef idx="0"/>
              <a:effectRef idx="0"/>
              <a:fontRef idx="minor"/>
            </p:style>
            <p:txBody>
              <a:bodyPr tIns="83520" bIns="83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sp>
        <p:nvSpPr>
          <p:cNvPr id="56" name="PlaceHolder 1"/>
          <p:cNvSpPr>
            <a:spLocks noGrp="1"/>
          </p:cNvSpPr>
          <p:nvPr>
            <p:ph type="title"/>
          </p:nvPr>
        </p:nvSpPr>
        <p:spPr>
          <a:xfrm>
            <a:off x="2190600" y="2571840"/>
            <a:ext cx="4495320" cy="1495080"/>
          </a:xfrm>
          <a:prstGeom prst="rect">
            <a:avLst/>
          </a:prstGeom>
          <a:noFill/>
          <a:ln w="0">
            <a:noFill/>
          </a:ln>
          <a:effectLst>
            <a:outerShdw dist="19080" dir="5400000" blurRad="57240" rotWithShape="0">
              <a:srgbClr val="000000">
                <a:alpha val="50000"/>
              </a:srgbClr>
            </a:outerShdw>
          </a:effectLst>
        </p:spPr>
        <p:txBody>
          <a:bodyPr lIns="91440" rIns="91440" tIns="91440" bIns="91440" anchor="b">
            <a:normAutofit/>
          </a:bodyPr>
          <a:p>
            <a:pPr indent="0">
              <a:lnSpc>
                <a:spcPct val="100000"/>
              </a:lnSpc>
              <a:buNone/>
              <a:tabLst>
                <a:tab algn="l" pos="0"/>
              </a:tabLst>
            </a:pPr>
            <a:r>
              <a:rPr b="1" lang="en-US" sz="4200" strike="noStrike" u="none">
                <a:solidFill>
                  <a:schemeClr val="dk1"/>
                </a:solidFill>
                <a:effectLst/>
                <a:uFillTx/>
                <a:latin typeface="Manrope"/>
                <a:ea typeface="Manrope"/>
              </a:rPr>
              <a:t>Phishing Training</a:t>
            </a:r>
            <a:endParaRPr b="0" lang="fr-FR" sz="4200" strike="noStrike" u="none">
              <a:solidFill>
                <a:schemeClr val="dk1"/>
              </a:solidFill>
              <a:effectLst/>
              <a:uFillTx/>
              <a:latin typeface="Arial"/>
            </a:endParaRPr>
          </a:p>
        </p:txBody>
      </p:sp>
      <p:sp>
        <p:nvSpPr>
          <p:cNvPr id="57" name="PlaceHolder 2"/>
          <p:cNvSpPr>
            <a:spLocks noGrp="1"/>
          </p:cNvSpPr>
          <p:nvPr>
            <p:ph type="subTitle"/>
          </p:nvPr>
        </p:nvSpPr>
        <p:spPr>
          <a:xfrm>
            <a:off x="2190600" y="4324320"/>
            <a:ext cx="5800320" cy="475920"/>
          </a:xfrm>
          <a:prstGeom prst="rect">
            <a:avLst/>
          </a:prstGeom>
          <a:noFill/>
          <a:ln w="0">
            <a:noFill/>
          </a:ln>
          <a:effectLst>
            <a:outerShdw dist="19080" dir="5400000" blurRad="57240" rotWithShape="0">
              <a:srgbClr val="000000">
                <a:alpha val="50000"/>
              </a:srgbClr>
            </a:outerShdw>
          </a:effectLst>
        </p:spPr>
        <p:txBody>
          <a:bodyPr lIns="91440" rIns="91440" tIns="91440" bIns="91440" anchor="t">
            <a:normAutofit/>
          </a:bodyPr>
          <a:p>
            <a:pPr indent="0">
              <a:lnSpc>
                <a:spcPct val="115000"/>
              </a:lnSpc>
              <a:buNone/>
              <a:tabLst>
                <a:tab algn="l" pos="0"/>
              </a:tabLst>
            </a:pPr>
            <a:r>
              <a:rPr b="0" lang="en-US" sz="1600" strike="noStrike" u="none">
                <a:solidFill>
                  <a:schemeClr val="dk1"/>
                </a:solidFill>
                <a:effectLst/>
                <a:uFillTx/>
                <a:latin typeface="Funnel Sans Light"/>
                <a:ea typeface="Funnel Sans Light"/>
              </a:rPr>
              <a:t>Enhancing Awareness and Detection Skills</a:t>
            </a:r>
            <a:endParaRPr b="0" lang="en-US" sz="16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8" name="Google Shape;224;p28"/>
          <p:cNvGrpSpPr/>
          <p:nvPr/>
        </p:nvGrpSpPr>
        <p:grpSpPr>
          <a:xfrm>
            <a:off x="118440" y="1505520"/>
            <a:ext cx="8907120" cy="3546720"/>
            <a:chOff x="118440" y="1505520"/>
            <a:chExt cx="8907120" cy="3546720"/>
          </a:xfrm>
        </p:grpSpPr>
        <p:sp>
          <p:nvSpPr>
            <p:cNvPr id="59"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0"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1"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Introduction</a:t>
            </a:r>
            <a:endParaRPr b="0" lang="fr-FR" sz="2700" strike="noStrike" u="none">
              <a:solidFill>
                <a:schemeClr val="dk1"/>
              </a:solidFill>
              <a:effectLst/>
              <a:uFillTx/>
              <a:latin typeface="Arial"/>
            </a:endParaRPr>
          </a:p>
        </p:txBody>
      </p:sp>
      <p:sp>
        <p:nvSpPr>
          <p:cNvPr id="62"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Funnel Sans"/>
                <a:ea typeface="Funnel Sans"/>
              </a:rPr>
              <a:t>Phishing attacks pose significant threats to organizations by exploiting human vulnerabilities. This training aims to provide an overview of phishing, increase awareness of common tactics, and equip employees with the knowledge to recognize and respond effectively to such threats.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3"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64" name="Google Shape;281;p31"/>
          <p:cNvGrpSpPr/>
          <p:nvPr/>
        </p:nvGrpSpPr>
        <p:grpSpPr>
          <a:xfrm>
            <a:off x="118440" y="585360"/>
            <a:ext cx="8907120" cy="4466880"/>
            <a:chOff x="118440" y="585360"/>
            <a:chExt cx="8907120" cy="4466880"/>
          </a:xfrm>
        </p:grpSpPr>
        <p:sp>
          <p:nvSpPr>
            <p:cNvPr id="65"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6"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7"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Understanding</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Phishing</a:t>
            </a:r>
            <a:endParaRPr b="0" lang="fr-FR" sz="2700" strike="noStrike" u="none">
              <a:solidFill>
                <a:schemeClr val="dk1"/>
              </a:solidFill>
              <a:effectLst/>
              <a:uFillTx/>
              <a:latin typeface="Arial"/>
            </a:endParaRPr>
          </a:p>
        </p:txBody>
      </p:sp>
      <p:sp>
        <p:nvSpPr>
          <p:cNvPr id="68" name="PlaceHolder 2"/>
          <p:cNvSpPr>
            <a:spLocks noGrp="1"/>
          </p:cNvSpPr>
          <p:nvPr>
            <p:ph type="subTitle"/>
          </p:nvPr>
        </p:nvSpPr>
        <p:spPr>
          <a:xfrm>
            <a:off x="228600" y="2314080"/>
            <a:ext cx="4028760" cy="2095560"/>
          </a:xfrm>
          <a:prstGeom prst="rect">
            <a:avLst/>
          </a:prstGeom>
          <a:noFill/>
          <a:ln w="0">
            <a:noFill/>
          </a:ln>
        </p:spPr>
        <p:txBody>
          <a:bodyPr lIns="91440" rIns="91440" tIns="91440" bIns="91440" anchor="b">
            <a:spAutoFit/>
          </a:bodyPr>
          <a:p>
            <a:pPr indent="0" algn="ctr">
              <a:buNone/>
            </a:pPr>
            <a:endParaRPr b="0" lang="en-US" sz="1400" strike="noStrike" u="none">
              <a:solidFill>
                <a:schemeClr val="dk1"/>
              </a:solidFill>
              <a:effectLst/>
              <a:uFillTx/>
              <a:latin typeface="Funnel Sans"/>
              <a:ea typeface="Funnel San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9"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70" name="Google Shape;281;p31"/>
          <p:cNvGrpSpPr/>
          <p:nvPr/>
        </p:nvGrpSpPr>
        <p:grpSpPr>
          <a:xfrm>
            <a:off x="118440" y="585360"/>
            <a:ext cx="8907120" cy="4466880"/>
            <a:chOff x="118440" y="585360"/>
            <a:chExt cx="8907120" cy="4466880"/>
          </a:xfrm>
        </p:grpSpPr>
        <p:sp>
          <p:nvSpPr>
            <p:cNvPr id="71"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2"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73"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Definition and Types of Phishing</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Attacks</a:t>
            </a:r>
            <a:endParaRPr b="0" lang="fr-FR" sz="2700" strike="noStrike" u="none">
              <a:solidFill>
                <a:schemeClr val="dk1"/>
              </a:solidFill>
              <a:effectLst/>
              <a:uFillTx/>
              <a:latin typeface="Arial"/>
            </a:endParaRPr>
          </a:p>
        </p:txBody>
      </p:sp>
      <p:sp>
        <p:nvSpPr>
          <p:cNvPr id="74" name="PlaceHolder 2"/>
          <p:cNvSpPr>
            <a:spLocks noGrp="1"/>
          </p:cNvSpPr>
          <p:nvPr>
            <p:ph type="subTitle"/>
          </p:nvPr>
        </p:nvSpPr>
        <p:spPr>
          <a:xfrm>
            <a:off x="228600" y="2314440"/>
            <a:ext cx="4028760" cy="2095200"/>
          </a:xfrm>
          <a:prstGeom prst="rect">
            <a:avLst/>
          </a:prstGeom>
          <a:noFill/>
          <a:ln w="0">
            <a:noFill/>
          </a:ln>
        </p:spPr>
        <p:txBody>
          <a:bodyPr lIns="91440" rIns="91440" tIns="91440" bIns="91440" anchor="b">
            <a:normAutofit/>
          </a:bodyPr>
          <a:p>
            <a:pPr indent="0">
              <a:lnSpc>
                <a:spcPct val="150000"/>
              </a:lnSpc>
              <a:buNone/>
              <a:tabLst>
                <a:tab algn="l" pos="0"/>
              </a:tabLst>
            </a:pPr>
            <a:r>
              <a:rPr b="0" lang="en-US" sz="1200" strike="noStrike" u="none">
                <a:solidFill>
                  <a:schemeClr val="dk1"/>
                </a:solidFill>
                <a:effectLst/>
                <a:uFillTx/>
                <a:latin typeface="Funnel Sans"/>
                <a:ea typeface="Funnel Sans"/>
              </a:rPr>
              <a:t>Phishing is a cyberattack where attackers impersonate trusted entities to steal sensitive information. Common types include </a:t>
            </a:r>
            <a:r>
              <a:rPr b="0" i="1" lang="en-US" sz="1200" strike="noStrike" u="none">
                <a:solidFill>
                  <a:schemeClr val="dk1"/>
                </a:solidFill>
                <a:effectLst/>
                <a:uFillTx/>
                <a:latin typeface="Funnel Sans"/>
                <a:ea typeface="Funnel Sans"/>
              </a:rPr>
              <a:t>spear phishing</a:t>
            </a:r>
            <a:r>
              <a:rPr b="0" lang="en-US" sz="1200" strike="noStrike" u="none">
                <a:solidFill>
                  <a:schemeClr val="dk1"/>
                </a:solidFill>
                <a:effectLst/>
                <a:uFillTx/>
                <a:latin typeface="Funnel Sans"/>
                <a:ea typeface="Funnel Sans"/>
              </a:rPr>
              <a:t>, targeting specific individuals, </a:t>
            </a:r>
            <a:r>
              <a:rPr b="0" i="1" lang="en-US" sz="1200" strike="noStrike" u="none">
                <a:solidFill>
                  <a:schemeClr val="dk1"/>
                </a:solidFill>
                <a:effectLst/>
                <a:uFillTx/>
                <a:latin typeface="Funnel Sans"/>
                <a:ea typeface="Funnel Sans"/>
              </a:rPr>
              <a:t>whaling</a:t>
            </a:r>
            <a:r>
              <a:rPr b="0" lang="en-US" sz="1200" strike="noStrike" u="none">
                <a:solidFill>
                  <a:schemeClr val="dk1"/>
                </a:solidFill>
                <a:effectLst/>
                <a:uFillTx/>
                <a:latin typeface="Funnel Sans"/>
                <a:ea typeface="Funnel Sans"/>
              </a:rPr>
              <a:t>, aimed at executives, and </a:t>
            </a:r>
            <a:r>
              <a:rPr b="0" i="1" lang="en-US" sz="1200" strike="noStrike" u="none">
                <a:solidFill>
                  <a:schemeClr val="dk1"/>
                </a:solidFill>
                <a:effectLst/>
                <a:uFillTx/>
                <a:latin typeface="Funnel Sans"/>
                <a:ea typeface="Funnel Sans"/>
              </a:rPr>
              <a:t>clone phishing</a:t>
            </a:r>
            <a:r>
              <a:rPr b="0" lang="en-US" sz="1200" strike="noStrike" u="none">
                <a:solidFill>
                  <a:schemeClr val="dk1"/>
                </a:solidFill>
                <a:effectLst/>
                <a:uFillTx/>
                <a:latin typeface="Funnel Sans"/>
                <a:ea typeface="Funnel Sans"/>
              </a:rPr>
              <a:t>, duplicating legitimate emails. Understanding these types is crucial to identifying threats early.</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5" name="Google Shape;224;p28"/>
          <p:cNvGrpSpPr/>
          <p:nvPr/>
        </p:nvGrpSpPr>
        <p:grpSpPr>
          <a:xfrm>
            <a:off x="118440" y="1505520"/>
            <a:ext cx="8907120" cy="3546720"/>
            <a:chOff x="118440" y="1505520"/>
            <a:chExt cx="8907120" cy="3546720"/>
          </a:xfrm>
        </p:grpSpPr>
        <p:sp>
          <p:nvSpPr>
            <p:cNvPr id="76"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7"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78"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Common Phishing Techniques and Examples</a:t>
            </a:r>
            <a:endParaRPr b="0" lang="fr-FR" sz="2700" strike="noStrike" u="none">
              <a:solidFill>
                <a:schemeClr val="dk1"/>
              </a:solidFill>
              <a:effectLst/>
              <a:uFillTx/>
              <a:latin typeface="Arial"/>
            </a:endParaRPr>
          </a:p>
        </p:txBody>
      </p:sp>
      <p:sp>
        <p:nvSpPr>
          <p:cNvPr id="79"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Funnel Sans"/>
                <a:ea typeface="Funnel Sans"/>
              </a:rPr>
              <a:t>Phishing often uses deceptive emails with urgent messages, malicious links, or fake websites to trick users. Examples include fake password reset requests and fraudulent invoices. Recognizing these tactics helps prevent data breaches and maintains organizational security.</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0" name="Google Shape;224;p28"/>
          <p:cNvGrpSpPr/>
          <p:nvPr/>
        </p:nvGrpSpPr>
        <p:grpSpPr>
          <a:xfrm>
            <a:off x="118440" y="1505520"/>
            <a:ext cx="8907120" cy="3546720"/>
            <a:chOff x="118440" y="1505520"/>
            <a:chExt cx="8907120" cy="3546720"/>
          </a:xfrm>
        </p:grpSpPr>
        <p:sp>
          <p:nvSpPr>
            <p:cNvPr id="81"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2"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83"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Recognizing Phishing Indicators</a:t>
            </a:r>
            <a:endParaRPr b="0" lang="fr-FR" sz="2700" strike="noStrike" u="none">
              <a:solidFill>
                <a:schemeClr val="dk1"/>
              </a:solidFill>
              <a:effectLst/>
              <a:uFillTx/>
              <a:latin typeface="Arial"/>
            </a:endParaRPr>
          </a:p>
        </p:txBody>
      </p:sp>
      <p:sp>
        <p:nvSpPr>
          <p:cNvPr id="84"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Funnel Sans"/>
                <a:ea typeface="Funnel Sans"/>
              </a:rPr>
              <a:t>Phishing attempts often exhibit </a:t>
            </a:r>
            <a:r>
              <a:rPr b="1" lang="en-US" sz="1200" strike="noStrike" u="none">
                <a:solidFill>
                  <a:schemeClr val="dk1"/>
                </a:solidFill>
                <a:effectLst/>
                <a:uFillTx/>
                <a:latin typeface="Funnel Sans"/>
                <a:ea typeface="Funnel Sans"/>
              </a:rPr>
              <a:t>urgent language</a:t>
            </a:r>
            <a:r>
              <a:rPr b="0" lang="en-US" sz="1200" strike="noStrike" u="none">
                <a:solidFill>
                  <a:schemeClr val="dk1"/>
                </a:solidFill>
                <a:effectLst/>
                <a:uFillTx/>
                <a:latin typeface="Funnel Sans"/>
                <a:ea typeface="Funnel Sans"/>
              </a:rPr>
              <a:t>, requesting immediate action or sensitive information. Be wary of suspicious sender addresses, unexpected attachments, and hyperlinks that do not match their visible text. Look for poor grammar or inconsistencies that indicate the message may be illegitimate. Identifying these signs early is critical to preventing security breaches.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86" name="Google Shape;281;p31"/>
          <p:cNvGrpSpPr/>
          <p:nvPr/>
        </p:nvGrpSpPr>
        <p:grpSpPr>
          <a:xfrm>
            <a:off x="118440" y="585360"/>
            <a:ext cx="8907120" cy="4466880"/>
            <a:chOff x="118440" y="585360"/>
            <a:chExt cx="8907120" cy="4466880"/>
          </a:xfrm>
        </p:grpSpPr>
        <p:sp>
          <p:nvSpPr>
            <p:cNvPr id="87"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8"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89"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Phishing Awareness and</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Prevention</a:t>
            </a:r>
            <a:endParaRPr b="0" lang="fr-FR" sz="2700" strike="noStrike" u="none">
              <a:solidFill>
                <a:schemeClr val="dk1"/>
              </a:solidFill>
              <a:effectLst/>
              <a:uFillTx/>
              <a:latin typeface="Arial"/>
            </a:endParaRPr>
          </a:p>
        </p:txBody>
      </p:sp>
      <p:sp>
        <p:nvSpPr>
          <p:cNvPr id="90" name="PlaceHolder 2"/>
          <p:cNvSpPr>
            <a:spLocks noGrp="1"/>
          </p:cNvSpPr>
          <p:nvPr>
            <p:ph type="subTitle"/>
          </p:nvPr>
        </p:nvSpPr>
        <p:spPr>
          <a:xfrm>
            <a:off x="228600" y="2314080"/>
            <a:ext cx="4028760" cy="2095560"/>
          </a:xfrm>
          <a:prstGeom prst="rect">
            <a:avLst/>
          </a:prstGeom>
          <a:noFill/>
          <a:ln w="0">
            <a:noFill/>
          </a:ln>
        </p:spPr>
        <p:txBody>
          <a:bodyPr lIns="91440" rIns="91440" tIns="91440" bIns="91440" anchor="b">
            <a:spAutoFit/>
          </a:bodyPr>
          <a:p>
            <a:pPr indent="0" algn="ctr">
              <a:buNone/>
            </a:pPr>
            <a:endParaRPr b="0" lang="en-US" sz="1400" strike="noStrike" u="none">
              <a:solidFill>
                <a:schemeClr val="dk1"/>
              </a:solidFill>
              <a:effectLst/>
              <a:uFillTx/>
              <a:latin typeface="Funnel Sans"/>
              <a:ea typeface="Funnel Sans"/>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1" name="Google Shape;224;p28"/>
          <p:cNvGrpSpPr/>
          <p:nvPr/>
        </p:nvGrpSpPr>
        <p:grpSpPr>
          <a:xfrm>
            <a:off x="118440" y="1505520"/>
            <a:ext cx="8907120" cy="3546720"/>
            <a:chOff x="118440" y="1505520"/>
            <a:chExt cx="8907120" cy="3546720"/>
          </a:xfrm>
        </p:grpSpPr>
        <p:sp>
          <p:nvSpPr>
            <p:cNvPr id="92"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3"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94"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Best Practices for Email and Online Safety</a:t>
            </a:r>
            <a:endParaRPr b="0" lang="fr-FR" sz="2700" strike="noStrike" u="none">
              <a:solidFill>
                <a:schemeClr val="dk1"/>
              </a:solidFill>
              <a:effectLst/>
              <a:uFillTx/>
              <a:latin typeface="Arial"/>
            </a:endParaRPr>
          </a:p>
        </p:txBody>
      </p:sp>
      <p:sp>
        <p:nvSpPr>
          <p:cNvPr id="95"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Funnel Sans"/>
                <a:ea typeface="Funnel Sans"/>
              </a:rPr>
              <a:t>Always verify the sender before clicking any links or downloading attachments. Use strong, unique passwords and enable multi-factor authentication where possible. Be cautious with unsolicited messages, and avoid sharing personal or financial information via email. Regularly update software to guard against vulnerabilities.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6" name="Google Shape;224;p28"/>
          <p:cNvGrpSpPr/>
          <p:nvPr/>
        </p:nvGrpSpPr>
        <p:grpSpPr>
          <a:xfrm>
            <a:off x="118440" y="1505520"/>
            <a:ext cx="8907120" cy="3546720"/>
            <a:chOff x="118440" y="1505520"/>
            <a:chExt cx="8907120" cy="3546720"/>
          </a:xfrm>
        </p:grpSpPr>
        <p:sp>
          <p:nvSpPr>
            <p:cNvPr id="97"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8"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99"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Steps to Take When Suspecting Phishing</a:t>
            </a:r>
            <a:endParaRPr b="0" lang="fr-FR" sz="2700" strike="noStrike" u="none">
              <a:solidFill>
                <a:schemeClr val="dk1"/>
              </a:solidFill>
              <a:effectLst/>
              <a:uFillTx/>
              <a:latin typeface="Arial"/>
            </a:endParaRPr>
          </a:p>
        </p:txBody>
      </p:sp>
      <p:sp>
        <p:nvSpPr>
          <p:cNvPr id="100"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Funnel Sans"/>
                <a:ea typeface="Funnel Sans"/>
              </a:rPr>
              <a:t>If you suspect a phishing attempt, do not respond or click any links. Report the email immediately to your IT or security team using established channels. Delete the suspicious message after reporting. Prompt action minimizes potential damage and helps protect everyone in the organization.</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1"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102" name="Google Shape;281;p31"/>
          <p:cNvGrpSpPr/>
          <p:nvPr/>
        </p:nvGrpSpPr>
        <p:grpSpPr>
          <a:xfrm>
            <a:off x="118440" y="585360"/>
            <a:ext cx="8907120" cy="4466880"/>
            <a:chOff x="118440" y="585360"/>
            <a:chExt cx="8907120" cy="4466880"/>
          </a:xfrm>
        </p:grpSpPr>
        <p:sp>
          <p:nvSpPr>
            <p:cNvPr id="103"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4"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05"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lnSpcReduction="9999"/>
          </a:bodyPr>
          <a:p>
            <a:pPr indent="0">
              <a:lnSpc>
                <a:spcPct val="100000"/>
              </a:lnSpc>
              <a:buNone/>
              <a:tabLst>
                <a:tab algn="l" pos="0"/>
              </a:tabLst>
            </a:pPr>
            <a:r>
              <a:rPr b="1" lang="en-US" sz="2700" strike="noStrike" u="none">
                <a:solidFill>
                  <a:schemeClr val="dk1"/>
                </a:solidFill>
                <a:effectLst/>
                <a:uFillTx/>
                <a:latin typeface="Manrope"/>
                <a:ea typeface="Manrope"/>
              </a:rPr>
              <a:t>Organizational Policies and Reporting</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Procedures</a:t>
            </a:r>
            <a:endParaRPr b="0" lang="fr-FR" sz="2700" strike="noStrike" u="none">
              <a:solidFill>
                <a:schemeClr val="dk1"/>
              </a:solidFill>
              <a:effectLst/>
              <a:uFillTx/>
              <a:latin typeface="Arial"/>
            </a:endParaRPr>
          </a:p>
        </p:txBody>
      </p:sp>
      <p:sp>
        <p:nvSpPr>
          <p:cNvPr id="106" name="PlaceHolder 2"/>
          <p:cNvSpPr>
            <a:spLocks noGrp="1"/>
          </p:cNvSpPr>
          <p:nvPr>
            <p:ph type="subTitle"/>
          </p:nvPr>
        </p:nvSpPr>
        <p:spPr>
          <a:xfrm>
            <a:off x="228600" y="2314440"/>
            <a:ext cx="4028760" cy="2095200"/>
          </a:xfrm>
          <a:prstGeom prst="rect">
            <a:avLst/>
          </a:prstGeom>
          <a:noFill/>
          <a:ln w="0">
            <a:noFill/>
          </a:ln>
        </p:spPr>
        <p:txBody>
          <a:bodyPr lIns="91440" rIns="91440" tIns="91440" bIns="91440" anchor="b">
            <a:normAutofit/>
          </a:bodyPr>
          <a:p>
            <a:pPr indent="0">
              <a:lnSpc>
                <a:spcPct val="150000"/>
              </a:lnSpc>
              <a:buNone/>
              <a:tabLst>
                <a:tab algn="l" pos="0"/>
              </a:tabLst>
            </a:pPr>
            <a:r>
              <a:rPr b="0" lang="en-US" sz="1200" strike="noStrike" u="none">
                <a:solidFill>
                  <a:schemeClr val="dk1"/>
                </a:solidFill>
                <a:effectLst/>
                <a:uFillTx/>
                <a:latin typeface="Funnel Sans"/>
                <a:ea typeface="Funnel Sans"/>
              </a:rPr>
              <a:t>Familiarize yourself with the company’s cybersecurity policies, including protocols for identifying and reporting phishing. Use designated reporting tools or email addresses to notify security personnel. Adhering to these procedures facilitates quick response and containment of threats, ensuring organizational safety.</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7" name="Google Shape;224;p28"/>
          <p:cNvGrpSpPr/>
          <p:nvPr/>
        </p:nvGrpSpPr>
        <p:grpSpPr>
          <a:xfrm>
            <a:off x="118440" y="1505520"/>
            <a:ext cx="8907120" cy="3546720"/>
            <a:chOff x="118440" y="1505520"/>
            <a:chExt cx="8907120" cy="3546720"/>
          </a:xfrm>
        </p:grpSpPr>
        <p:sp>
          <p:nvSpPr>
            <p:cNvPr id="108"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9"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10"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Conclusions</a:t>
            </a:r>
            <a:endParaRPr b="0" lang="fr-FR" sz="2700" strike="noStrike" u="none">
              <a:solidFill>
                <a:schemeClr val="dk1"/>
              </a:solidFill>
              <a:effectLst/>
              <a:uFillTx/>
              <a:latin typeface="Arial"/>
            </a:endParaRPr>
          </a:p>
        </p:txBody>
      </p:sp>
      <p:sp>
        <p:nvSpPr>
          <p:cNvPr id="111"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Funnel Sans"/>
                <a:ea typeface="Funnel Sans"/>
              </a:rPr>
              <a:t>Phishing poses a serious threat but can be mitigated through </a:t>
            </a:r>
            <a:r>
              <a:rPr b="1" lang="en-US" sz="1200" strike="noStrike" u="none">
                <a:solidFill>
                  <a:schemeClr val="dk1"/>
                </a:solidFill>
                <a:effectLst/>
                <a:uFillTx/>
                <a:latin typeface="Funnel Sans"/>
                <a:ea typeface="Funnel Sans"/>
              </a:rPr>
              <a:t>awareness and vigilance</a:t>
            </a:r>
            <a:r>
              <a:rPr b="0" lang="en-US" sz="1200" strike="noStrike" u="none">
                <a:solidFill>
                  <a:schemeClr val="dk1"/>
                </a:solidFill>
                <a:effectLst/>
                <a:uFillTx/>
                <a:latin typeface="Funnel Sans"/>
                <a:ea typeface="Funnel Sans"/>
              </a:rPr>
              <a:t>. Understanding common tactics, recognizing warning signs, and following company policies are essential defenses. Collective responsibility and timely reporting empower organizations to reduce risks and protect valuable data effectively.</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2352600" y="777960"/>
            <a:ext cx="4447800" cy="869400"/>
          </a:xfrm>
          <a:prstGeom prst="rect">
            <a:avLst/>
          </a:prstGeom>
          <a:noFill/>
          <a:ln w="0">
            <a:noFill/>
          </a:ln>
        </p:spPr>
        <p:txBody>
          <a:bodyPr lIns="91440" rIns="91440" tIns="91440" bIns="91440" anchor="b">
            <a:spAutoFit/>
          </a:bodyPr>
          <a:p>
            <a:pPr indent="0" algn="ctr">
              <a:lnSpc>
                <a:spcPct val="100000"/>
              </a:lnSpc>
              <a:buNone/>
              <a:tabLst>
                <a:tab algn="l" pos="0"/>
              </a:tabLst>
            </a:pPr>
            <a:r>
              <a:rPr b="1" lang="en" sz="4500" strike="noStrike" u="none">
                <a:solidFill>
                  <a:schemeClr val="dk1"/>
                </a:solidFill>
                <a:effectLst/>
                <a:uFillTx/>
                <a:latin typeface="Manrope"/>
                <a:ea typeface="Manrope"/>
              </a:rPr>
              <a:t>THANKS!</a:t>
            </a:r>
            <a:endParaRPr b="0" lang="fr-FR" sz="4500" strike="noStrike" u="none">
              <a:solidFill>
                <a:schemeClr val="dk1"/>
              </a:solidFill>
              <a:effectLst/>
              <a:uFillTx/>
              <a:latin typeface="Arial"/>
            </a:endParaRPr>
          </a:p>
        </p:txBody>
      </p:sp>
      <p:sp>
        <p:nvSpPr>
          <p:cNvPr id="113" name="PlaceHolder 2"/>
          <p:cNvSpPr>
            <a:spLocks noGrp="1"/>
          </p:cNvSpPr>
          <p:nvPr>
            <p:ph type="subTitle"/>
          </p:nvPr>
        </p:nvSpPr>
        <p:spPr>
          <a:xfrm>
            <a:off x="2343240" y="1552680"/>
            <a:ext cx="4447800" cy="1105200"/>
          </a:xfrm>
          <a:prstGeom prst="rect">
            <a:avLst/>
          </a:prstGeom>
          <a:noFill/>
          <a:ln w="0">
            <a:noFill/>
          </a:ln>
        </p:spPr>
        <p:txBody>
          <a:bodyPr lIns="91440" rIns="91440" tIns="91440" bIns="91440" anchor="t">
            <a:spAutoFit/>
          </a:bodyPr>
          <a:p>
            <a:pPr indent="0" algn="ctr">
              <a:lnSpc>
                <a:spcPct val="100000"/>
              </a:lnSpc>
              <a:buNone/>
              <a:tabLst>
                <a:tab algn="l" pos="0"/>
              </a:tabLst>
            </a:pPr>
            <a:r>
              <a:rPr b="1" lang="en" sz="1400" strike="noStrike" u="none">
                <a:solidFill>
                  <a:schemeClr val="dk1"/>
                </a:solidFill>
                <a:effectLst/>
                <a:uFillTx/>
                <a:latin typeface="Funnel Sans"/>
                <a:ea typeface="Funnel Sans"/>
              </a:rPr>
              <a:t>Do you have any questions?</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Funnel Sans"/>
                <a:ea typeface="Funnel Sans"/>
              </a:rPr>
              <a:t>youremail@freepik.com</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Funnel Sans"/>
                <a:ea typeface="Funnel Sans"/>
              </a:rPr>
              <a:t>+00 000 000 000</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Funnel Sans"/>
                <a:ea typeface="Funnel Sans"/>
              </a:rPr>
              <a:t>yourwebsite.com</a:t>
            </a:r>
            <a:endParaRPr b="0" lang="en-US" sz="1400" strike="noStrike" u="none">
              <a:solidFill>
                <a:srgbClr val="ffffff"/>
              </a:solidFill>
              <a:effectLst/>
              <a:uFillTx/>
              <a:latin typeface="OpenSymbol"/>
            </a:endParaRPr>
          </a:p>
        </p:txBody>
      </p:sp>
      <p:sp>
        <p:nvSpPr>
          <p:cNvPr id="114" name="Google Shape;373;p37"/>
          <p:cNvSpPr/>
          <p:nvPr/>
        </p:nvSpPr>
        <p:spPr>
          <a:xfrm>
            <a:off x="2352600" y="4334040"/>
            <a:ext cx="4447800" cy="2566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tabLst>
                <a:tab algn="l" pos="0"/>
              </a:tabLst>
            </a:pPr>
            <a:r>
              <a:rPr b="0" lang="en" sz="1200" strike="noStrike" u="none">
                <a:solidFill>
                  <a:schemeClr val="dk1"/>
                </a:solidFill>
                <a:effectLst/>
                <a:uFillTx/>
                <a:latin typeface="Arial"/>
              </a:rPr>
              <a:t>Please keep this slide for attribution</a:t>
            </a:r>
            <a:endParaRPr b="0" lang="en-US" sz="1200" strike="noStrike" u="none">
              <a:solidFill>
                <a:srgbClr val="ffffff"/>
              </a:solidFill>
              <a:effectLst/>
              <a:uFillTx/>
              <a:latin typeface="OpenSymbol"/>
            </a:endParaRPr>
          </a:p>
        </p:txBody>
      </p:sp>
      <p:sp>
        <p:nvSpPr>
          <p:cNvPr id="115" name="Google Shape;374;p37"/>
          <p:cNvSpPr/>
          <p:nvPr/>
        </p:nvSpPr>
        <p:spPr>
          <a:xfrm>
            <a:off x="3531240" y="2915280"/>
            <a:ext cx="345240" cy="345600"/>
          </a:xfrm>
          <a:custGeom>
            <a:avLst/>
            <a:gdLst>
              <a:gd name="textAreaLeft" fmla="*/ 0 w 345240"/>
              <a:gd name="textAreaRight" fmla="*/ 345600 w 345240"/>
              <a:gd name="textAreaTop" fmla="*/ 0 h 345600"/>
              <a:gd name="textAreaBottom" fmla="*/ 345960 h 345600"/>
            </a:gdLst>
            <a:ahLst/>
            <a:cxn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16" name="Google Shape;375;p37"/>
          <p:cNvGrpSpPr/>
          <p:nvPr/>
        </p:nvGrpSpPr>
        <p:grpSpPr>
          <a:xfrm>
            <a:off x="4398840" y="2915640"/>
            <a:ext cx="345600" cy="345240"/>
            <a:chOff x="4398840" y="2915640"/>
            <a:chExt cx="345600" cy="345240"/>
          </a:xfrm>
        </p:grpSpPr>
        <p:sp>
          <p:nvSpPr>
            <p:cNvPr id="117" name="Google Shape;376;p37"/>
            <p:cNvSpPr/>
            <p:nvPr/>
          </p:nvSpPr>
          <p:spPr>
            <a:xfrm>
              <a:off x="4398840" y="291564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8" name="Google Shape;377;p37"/>
            <p:cNvSpPr/>
            <p:nvPr/>
          </p:nvSpPr>
          <p:spPr>
            <a:xfrm>
              <a:off x="4463640" y="2980800"/>
              <a:ext cx="214920" cy="214920"/>
            </a:xfrm>
            <a:custGeom>
              <a:avLst/>
              <a:gdLst>
                <a:gd name="textAreaLeft" fmla="*/ 0 w 214920"/>
                <a:gd name="textAreaRight" fmla="*/ 215280 w 214920"/>
                <a:gd name="textAreaTop" fmla="*/ 0 h 214920"/>
                <a:gd name="textAreaBottom" fmla="*/ 215280 h 21492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9" name="Google Shape;378;p37"/>
            <p:cNvSpPr/>
            <p:nvPr/>
          </p:nvSpPr>
          <p:spPr>
            <a:xfrm>
              <a:off x="4513680" y="3031920"/>
              <a:ext cx="114480" cy="112320"/>
            </a:xfrm>
            <a:custGeom>
              <a:avLst/>
              <a:gdLst>
                <a:gd name="textAreaLeft" fmla="*/ 0 w 114480"/>
                <a:gd name="textAreaRight" fmla="*/ 114840 w 114480"/>
                <a:gd name="textAreaTop" fmla="*/ 0 h 112320"/>
                <a:gd name="textAreaBottom" fmla="*/ 112680 h 11232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accent2"/>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0" name="Google Shape;379;p37"/>
            <p:cNvSpPr/>
            <p:nvPr/>
          </p:nvSpPr>
          <p:spPr>
            <a:xfrm>
              <a:off x="4614840" y="3008520"/>
              <a:ext cx="29160" cy="28800"/>
            </a:xfrm>
            <a:custGeom>
              <a:avLst/>
              <a:gdLst>
                <a:gd name="textAreaLeft" fmla="*/ 0 w 29160"/>
                <a:gd name="textAreaRight" fmla="*/ 29520 w 29160"/>
                <a:gd name="textAreaTop" fmla="*/ 0 h 28800"/>
                <a:gd name="textAreaBottom" fmla="*/ 29160 h 2880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accent2"/>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21" name="Google Shape;380;p37"/>
          <p:cNvGrpSpPr/>
          <p:nvPr/>
        </p:nvGrpSpPr>
        <p:grpSpPr>
          <a:xfrm>
            <a:off x="5267160" y="2915640"/>
            <a:ext cx="345600" cy="345240"/>
            <a:chOff x="5267160" y="2915640"/>
            <a:chExt cx="345600" cy="345240"/>
          </a:xfrm>
        </p:grpSpPr>
        <p:sp>
          <p:nvSpPr>
            <p:cNvPr id="122" name="Google Shape;381;p37"/>
            <p:cNvSpPr/>
            <p:nvPr/>
          </p:nvSpPr>
          <p:spPr>
            <a:xfrm>
              <a:off x="5267160" y="291564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3" name="Google Shape;382;p37"/>
            <p:cNvSpPr/>
            <p:nvPr/>
          </p:nvSpPr>
          <p:spPr>
            <a:xfrm>
              <a:off x="5346720" y="3053880"/>
              <a:ext cx="47520" cy="120240"/>
            </a:xfrm>
            <a:custGeom>
              <a:avLst/>
              <a:gdLst>
                <a:gd name="textAreaLeft" fmla="*/ 0 w 47520"/>
                <a:gd name="textAreaRight" fmla="*/ 47880 w 47520"/>
                <a:gd name="textAreaTop" fmla="*/ 0 h 120240"/>
                <a:gd name="textAreaBottom" fmla="*/ 120600 h 12024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accent2"/>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4" name="Google Shape;383;p37"/>
            <p:cNvSpPr/>
            <p:nvPr/>
          </p:nvSpPr>
          <p:spPr>
            <a:xfrm>
              <a:off x="5339520" y="2988360"/>
              <a:ext cx="54720" cy="54720"/>
            </a:xfrm>
            <a:custGeom>
              <a:avLst/>
              <a:gdLst>
                <a:gd name="textAreaLeft" fmla="*/ 0 w 54720"/>
                <a:gd name="textAreaRight" fmla="*/ 55080 w 54720"/>
                <a:gd name="textAreaTop" fmla="*/ 0 h 54720"/>
                <a:gd name="textAreaBottom" fmla="*/ 55080 h 5472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accent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5" name="Google Shape;384;p37"/>
            <p:cNvSpPr/>
            <p:nvPr/>
          </p:nvSpPr>
          <p:spPr>
            <a:xfrm>
              <a:off x="5419440" y="3053880"/>
              <a:ext cx="127800" cy="120240"/>
            </a:xfrm>
            <a:custGeom>
              <a:avLst/>
              <a:gdLst>
                <a:gd name="textAreaLeft" fmla="*/ 0 w 127800"/>
                <a:gd name="textAreaRight" fmla="*/ 128160 w 127800"/>
                <a:gd name="textAreaTop" fmla="*/ 0 h 120240"/>
                <a:gd name="textAreaBottom" fmla="*/ 120600 h 12024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accent2"/>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omputer Architecture by Slidesgo">
  <a:themeElements>
    <a:clrScheme name="Simple Light">
      <a:dk1>
        <a:srgbClr val="ffffff"/>
      </a:dk1>
      <a:lt1>
        <a:srgbClr val="0e0e0e"/>
      </a:lt1>
      <a:dk2>
        <a:srgbClr val="ffffff"/>
      </a:dk2>
      <a:lt2>
        <a:srgbClr val="222222"/>
      </a:lt2>
      <a:accent1>
        <a:srgbClr val="d9d9d9"/>
      </a:accent1>
      <a:accent2>
        <a:srgbClr val="00ffa4"/>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2025-11-14T11:40:24Z</dcterms:created>
  <dc:creator>Unknown Creator</dc:creator>
  <dc:description/>
  <dc:language>en-US</dc:language>
  <cp:lastModifiedBy>Unknown Creator</cp:lastModifiedBy>
  <dcterms:modified xsi:type="dcterms:W3CDTF">2025-11-14T11:40:24Z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